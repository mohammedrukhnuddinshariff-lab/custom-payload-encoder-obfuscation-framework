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CUSTOM PAYLOAD ENCODER &amp; OBFUSCATION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200" b="1">
                <a:solidFill>
                  <a:srgbClr val="F0F5FA"/>
                </a:solidFill>
              </a:defRPr>
            </a:pPr>
            <a:r>
              <a:t>Cybersecurity Internship Project</a:t>
            </a:r>
          </a:p>
          <a:p>
            <a:pPr algn="ctr">
              <a:spcAft>
                <a:spcPts val="1600"/>
              </a:spcAft>
              <a:defRPr sz="1700" b="0">
                <a:solidFill>
                  <a:srgbClr val="F0F5FA"/>
                </a:solidFill>
              </a:defRPr>
            </a:pPr>
            <a:r>
              <a:t>Encoding • Obfuscation Analysis • Defensive Detection</a:t>
            </a:r>
          </a:p>
          <a:p>
            <a:pPr algn="ctr">
              <a:spcAft>
                <a:spcPts val="1600"/>
              </a:spcAft>
              <a:defRPr sz="1700" b="0">
                <a:solidFill>
                  <a:srgbClr val="F0F5FA"/>
                </a:solidFill>
              </a:defRPr>
            </a:pPr>
            <a:r>
              <a:t>Mohammed Rukhnuddin Shariff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A modular Python cybersecurity framework for studying data representation changes.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Implements encoding, controlled obfuscation, defensive signature detection, testing, and reporting.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Designed for educational and authorized defensive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Direct signature matching depends on the exact representation of a string.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Simple formatting changes can cause a literal detector to miss a known pattern.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The project demonstrates this limitation and evaluates normalization as a defensive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Connect Python development with practical cybersecurity concepts.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Build a complete project rather than a single script.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Demonstrate coding, testing, reporting, Git/GitHub, and security documentation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Implement Base64, XOR, and ROT13 encoders.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Implement string splitting, character insertion, and hexadecimal representation.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Build direct and normalization-based defensive detection.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Generate JSON/CSV reports and validate the framework with automated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Existing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Existing / baseline: direct case-insensitive signature matching.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Limitation: transformed representations may not contain the original contiguous signature.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Proposed: modular transformations + defensive normalization + automated evidence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Input → Encoding → Obfuscation → Defensive Detection → Analysis → Reporting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Encoder layer: Base64, XOR, ROT13.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Obfuscator layer: string split, character insertion, hex escape.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Detector layer: direct and normalized matching.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Reporting layer: JSON and 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Python 3.x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Python standard library: base64, re, json, csv, pathlib, datetime, unittest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PowerShell / Windows development environment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Git + GitHub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Command-line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main.py — CLI and workflow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encoders/ — Base64, XOR, ROT13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obfuscators/ — string split, character insertion, hex representation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detector/ — signature and normalization detection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reporting/ — JSON/CSV reports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tests/ — automated tests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samples/ + reports/ —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Encoding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Base64 — reversible standard representation.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XOR — reversible transformation using a controlled integer key.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ROT13 — alphabetic substitution that is self-reversible.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Purpose: demonstrate how the same benign content can have different representations.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Obfuscation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String splitting — divides text into fixed-size chunks.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Character insertion — inserts a configurable separator.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Hexadecimal escape representation — represents characters using hexadecimal escape sequences.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Each module includes recovery functionality for controlled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Defensive Signature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Basic detector performs case-insensitive signature matching.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Improved detector normalizes text before comparison.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Normalization removes non-alphanumeric characters and converts text to lowercase.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The approach is intentionally simple and educational.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1. Select a framework operation through the CLI.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2. Enter a benign security test string.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3. Apply encoding or representation transformation.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4. Run direct and/or normalized detection.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5. Display results and generate analysis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Nine automated unit tests validate core functionality.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Roundtrip tests verify that transformations recover the original text.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Detection tests verify positive, negative, and normalized cases.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Command: python -m unittest discover -s tests 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Base64 roundtrip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XOR roundtrip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ROT13 roundtrip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String split/reconstruct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Character insertion/removal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Hex escape roundtrip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Exact detection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Negative detection — PASS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Normalized detection —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Improved Detection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Original: Basic DETECTED → Improved DETECTED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Character Insertion: Basic NOT DETECTED → Improved DETECTED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String Split: Basic NOT DETECTED → Improved DETECTED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Key finding: normalization improves detection of the controlled transformed representations.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Reporting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analysis_report.json — structured analysis and detection statistics.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detection_results.csv — method, status, and matched signatures.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Sample data: TEST_SECURITY_STRING, DEMO_SIGNATURE_PATTERN, BENIGN_SECURITY_TEST.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Evidence supports the internship report and project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Security &amp; Ethical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Benign test strings and simulated signatures are used.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The project is intended for authorized educational and defensive use.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It does not implement malware, credential theft, persistence, exploit delivery, or security-product bypassing.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Normalization is presented as a defensive analysis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Limitations: simple detector, no sandboxing, behavioral telemetry, binary analysis, or threat-intelligence correlation.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Future: Flask web interface, richer visual reports, configurable rules, structured logging, additional integration tests.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Future enhancements should remain authorized and defensive.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The framework demonstrates how representation changes can affect simple signature detection.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Normalization improves recognition in the controlled test cases.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The project includes code, tests, reports, documentation, architecture, Git/GitHub history, and a public repository.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Suitable as an educational cybersecurity internship and portfolio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Custom Payload Encoder &amp; Obfuscation Framework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GitHub: github.com/mohammedrukhnuddinshariff-lab/Custom-Payload-Encoder-Obfuscation-Framework</a:t>
            </a:r>
          </a:p>
          <a:p>
            <a:pPr>
              <a:spcAft>
                <a:spcPts val="1200"/>
              </a:spcAft>
              <a:defRPr sz="1800">
                <a:solidFill>
                  <a:srgbClr val="F0F5FA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9C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D2FF"/>
                </a:solidFill>
              </a:defRPr>
            </a:pPr>
            <a:r>
              <a:t>Evidence: Framework CLI</a:t>
            </a:r>
          </a:p>
        </p:txBody>
      </p:sp>
      <p:pic>
        <p:nvPicPr>
          <p:cNvPr id="4" name="Picture 3" descr="image(20261008-08062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70" y="914400"/>
            <a:ext cx="9781953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5FA"/>
                </a:solidFill>
              </a:defRPr>
            </a:pPr>
            <a:r>
              <a:t>Screenshot evidence of the project CLI running the complete test suite with TEST_SECURITY_STRING.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D2FF"/>
                </a:solidFill>
              </a:defRPr>
            </a:pPr>
            <a:r>
              <a:t>Evidence: Encoding &amp; Detection</a:t>
            </a:r>
          </a:p>
        </p:txBody>
      </p:sp>
      <p:pic>
        <p:nvPicPr>
          <p:cNvPr id="4" name="Picture 3" descr="image(20261008-08093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282" y="914400"/>
            <a:ext cx="907313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5FA"/>
                </a:solidFill>
              </a:defRPr>
            </a:pPr>
            <a:r>
              <a:t>Base64, XOR and ROT13 transformation results with defensive detection status.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D2FF"/>
                </a:solidFill>
              </a:defRPr>
            </a:pPr>
            <a:r>
              <a:t>Evidence: Improved Defensive Detection</a:t>
            </a:r>
          </a:p>
        </p:txBody>
      </p:sp>
      <p:pic>
        <p:nvPicPr>
          <p:cNvPr id="4" name="Picture 3" descr="image(20261008-0810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618" y="914400"/>
            <a:ext cx="9682458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5FA"/>
                </a:solidFill>
              </a:defRPr>
            </a:pPr>
            <a:r>
              <a:t>Comparison showing basic detection versus improved normalized detection.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D2FF"/>
                </a:solidFill>
              </a:defRPr>
            </a:pPr>
            <a:r>
              <a:t>Evidence: Analysis &amp; Reports</a:t>
            </a:r>
          </a:p>
        </p:txBody>
      </p:sp>
      <p:pic>
        <p:nvPicPr>
          <p:cNvPr id="4" name="Picture 3" descr="image(20261008-0810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075901"/>
            <a:ext cx="10881360" cy="4934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5FA"/>
                </a:solidFill>
              </a:defRPr>
            </a:pPr>
            <a:r>
              <a:t>Final analysis summary and generated JSON/CSV report paths.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D2FF"/>
                </a:solidFill>
              </a:defRPr>
            </a:pPr>
            <a:r>
              <a:t>Project Evidence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0F5FA"/>
                </a:solidFill>
              </a:defRPr>
            </a:pPr>
            <a:r>
              <a:t>✓ Complete CLI execution demonstrated</a:t>
            </a:r>
          </a:p>
          <a:p>
            <a:pPr>
              <a:spcAft>
                <a:spcPts val="1500"/>
              </a:spcAft>
              <a:defRPr sz="2000">
                <a:solidFill>
                  <a:srgbClr val="F0F5FA"/>
                </a:solidFill>
              </a:defRPr>
            </a:pPr>
            <a:r>
              <a:t>✓ Base64, XOR and ROT13 transformations tested</a:t>
            </a:r>
          </a:p>
          <a:p>
            <a:pPr>
              <a:spcAft>
                <a:spcPts val="1500"/>
              </a:spcAft>
              <a:defRPr sz="2000">
                <a:solidFill>
                  <a:srgbClr val="F0F5FA"/>
                </a:solidFill>
              </a:defRPr>
            </a:pPr>
            <a:r>
              <a:t>✓ Basic and improved defensive detection compared</a:t>
            </a:r>
          </a:p>
          <a:p>
            <a:pPr>
              <a:spcAft>
                <a:spcPts val="1500"/>
              </a:spcAft>
              <a:defRPr sz="2000">
                <a:solidFill>
                  <a:srgbClr val="F0F5FA"/>
                </a:solidFill>
              </a:defRPr>
            </a:pPr>
            <a:r>
              <a:t>✓ Automated test suite previously verified: 9 tests passed</a:t>
            </a:r>
          </a:p>
          <a:p>
            <a:pPr>
              <a:spcAft>
                <a:spcPts val="1500"/>
              </a:spcAft>
              <a:defRPr sz="2000">
                <a:solidFill>
                  <a:srgbClr val="F0F5FA"/>
                </a:solidFill>
              </a:defRPr>
            </a:pPr>
            <a:r>
              <a:t>✓ JSON and CSV reports generated</a:t>
            </a:r>
          </a:p>
          <a:p>
            <a:pPr>
              <a:spcAft>
                <a:spcPts val="1500"/>
              </a:spcAft>
              <a:defRPr sz="2000">
                <a:solidFill>
                  <a:srgbClr val="F0F5FA"/>
                </a:solidFill>
              </a:defRPr>
            </a:pPr>
            <a:r>
              <a:t>✓ Screenshots included as internship submission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